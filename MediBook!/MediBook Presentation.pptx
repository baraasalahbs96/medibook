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MediBook in 30 seconds. Explain the problem: patients waste time calling clinics, lose paper records, miss bill deadlines. MediBook solves this with a digital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competitors like AthenaHealth cost thousands per month. MediBook is built for small/medium clinics. Highlight AJAX, real email, and AWS as the 3 technical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tech in 20 seconds. Stress: Django was chosen for rapid development + built-in security. MySQL for structured relational data. AJAX for the demo wow-factor.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challenges. Interviewers love seeing that you problem-solved. Pick 1-2 to talk about in depth. The CSRF + AJAX one is very impressive to mention.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64008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0" y="6583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12064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MediBook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12064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Clinic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3337560"/>
            <a:ext cx="20116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Axsos Academy  •  Python Stack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MediBook?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65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appointments, view records &amp; pay bills online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80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👨‍⚕️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889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doctors, patients &amp; clinic operations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297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94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096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reminders via SMTP 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Baraa Salah  •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Advantage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MediBook stands 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594360" cy="59436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Patient Portal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AthenaHealth — familiar, clean, and trusted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53312"/>
            <a:ext cx="594360" cy="59436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AJAX-Powered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full page reloads — instant stats and message updates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3172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96312"/>
            <a:ext cx="594360" cy="59436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423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Auto-send confirmations, reminders &amp; bill alerts via SMTP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96312"/>
            <a:ext cx="594360" cy="59436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2423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First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hashing + CSRF protection + Django ORM (no SQL injection)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47472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39312"/>
            <a:ext cx="594360" cy="59436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39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3566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Responsive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 — works perfectly on mobile, tablet &amp; desktop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47472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39312"/>
            <a:ext cx="594360" cy="59436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39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32120" y="3566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Deployed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3886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EC2 — accessible anywhere, real production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stack powering MediBook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234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9848" y="12618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Django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1572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framework — MTV architecture, ORM, sessions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9848" y="21762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— all patient &amp; clinic 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9848" y="3090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3401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for secure authentication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977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4005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/ Email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4315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notifications for patients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234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58968" y="12618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Bootstrap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58968" y="1572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frontend — 3+ fully responsive pages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103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58968" y="21762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AJAX / Fetch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58968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dashboard updates without reloads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58968" y="3090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58968" y="34015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— live &amp; accessible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931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977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58968" y="4005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58968" y="4315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&amp; project documentation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44568" y="1188720"/>
            <a:ext cx="54864" cy="35661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1005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161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12070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435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User Model without Django Auth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24528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6B9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070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manual User model with bcrypt hashing + session management. No AbstractUser needed — full control over fields.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7627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6112" y="216712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6112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AJAX Integration with Django CSRF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24528" y="2331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6B9A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6712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23957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CSRF token to every fetch() request via headers. Used JsonResponse on the backend to return clean JSON.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36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31272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6112" y="33558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Setup &amp; Testing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24528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6B9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1272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355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Django's EMAIL_BACKEND with Gmail SMTP + App Password. Wrapped in try/catch with fail_silently so registration works even if email fails.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23360"/>
            <a:ext cx="3840480" cy="804672"/>
          </a:xfrm>
          <a:prstGeom prst="roundRect">
            <a:avLst>
              <a:gd name="adj" fmla="val 9091"/>
            </a:avLst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0965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6112" y="408736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96112" y="4315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Across All Pages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24528" y="4251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6B9A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754880" y="402336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0873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43159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 grid system + custom CSS variables. Tested on mobile, tablet, and desktop breakpoints.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987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CHALLENGE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9875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SOLUTION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MediBook - Smart Clinic Management System</dc:title>
  <dc:subject>PptxGenJS Presentation</dc:subject>
  <dc:creator>Baraa Salah</dc:creator>
  <cp:lastModifiedBy>Baraa Salah</cp:lastModifiedBy>
  <cp:revision>1</cp:revision>
  <dcterms:created xsi:type="dcterms:W3CDTF">2026-06-18T00:09:34Z</dcterms:created>
  <dcterms:modified xsi:type="dcterms:W3CDTF">2026-06-18T00:09:34Z</dcterms:modified>
</cp:coreProperties>
</file>